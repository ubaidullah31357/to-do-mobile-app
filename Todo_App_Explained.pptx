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Done. To-do App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How the app widgets and functions work</a:t>
            </a:r>
          </a:p>
        </p:txBody>
      </p:sp>
      <p:sp>
        <p:nvSpPr>
          <p:cNvPr id="20" name="shape20"/>
          <p:cNvSpPr/>
          <p:nvPr/>
        </p:nvSpPr>
        <p:spPr>
          <a:xfrm>
            <a:off x="650000" y="1700000"/>
            <a:ext cx="10600000" cy="1800000"/>
          </a:xfrm>
          <a:prstGeom prst="roundRect">
            <a:avLst/>
          </a:prstGeom>
          <a:solidFill>
            <a:srgbClr val="5B5CE2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1000000" y="2050000"/>
            <a:ext cx="9800000" cy="8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A simple mobile task manager built with React Native, TypeScript, Expo, and NativeWind.</a:t>
            </a:r>
          </a:p>
        </p:txBody>
      </p:sp>
      <p:sp>
        <p:nvSpPr>
          <p:cNvPr id="22" name="shape22"/>
          <p:cNvSpPr/>
          <p:nvPr/>
        </p:nvSpPr>
        <p:spPr>
          <a:xfrm>
            <a:off x="1000000" y="3900000"/>
            <a:ext cx="9800000" cy="650000"/>
          </a:xfrm>
          <a:prstGeom prst="roundRect">
            <a:avLst/>
          </a:prstGeom>
          <a:solidFill>
            <a:srgbClr val="EEEFFF"/>
          </a:solidFill>
          <a:ln>
            <a:solidFill>
              <a:srgbClr val="EEE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23"/>
          <p:cNvSpPr txBox="1"/>
          <p:nvPr/>
        </p:nvSpPr>
        <p:spPr>
          <a:xfrm>
            <a:off x="1250000" y="4100000"/>
            <a:ext cx="9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Learn the UI pieces ? follow the data flow ? understand the core functions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1. What the app does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The user journey is intentionally small and clear</a:t>
            </a:r>
          </a:p>
        </p:txBody>
      </p:sp>
      <p:sp>
        <p:nvSpPr>
          <p:cNvPr id="20" name="shape20"/>
          <p:cNvSpPr/>
          <p:nvPr/>
        </p:nvSpPr>
        <p:spPr>
          <a:xfrm>
            <a:off x="6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8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Splash screen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Welcome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30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4" name="shape24"/>
          <p:cNvSpPr/>
          <p:nvPr/>
        </p:nvSpPr>
        <p:spPr>
          <a:xfrm>
            <a:off x="33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25"/>
          <p:cNvSpPr txBox="1"/>
          <p:nvPr/>
        </p:nvSpPr>
        <p:spPr>
          <a:xfrm>
            <a:off x="34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Home screen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34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See tasks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574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8" name="shape28"/>
          <p:cNvSpPr/>
          <p:nvPr/>
        </p:nvSpPr>
        <p:spPr>
          <a:xfrm>
            <a:off x="59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29"/>
          <p:cNvSpPr txBox="1"/>
          <p:nvPr/>
        </p:nvSpPr>
        <p:spPr>
          <a:xfrm>
            <a:off x="61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Task editor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61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Add or edit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83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2" name="shape32"/>
          <p:cNvSpPr/>
          <p:nvPr/>
        </p:nvSpPr>
        <p:spPr>
          <a:xfrm>
            <a:off x="86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87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Complete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87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Track progress</a:t>
            </a:r>
          </a:p>
        </p:txBody>
      </p:sp>
      <p:sp>
        <p:nvSpPr>
          <p:cNvPr id="35" name="shape35"/>
          <p:cNvSpPr/>
          <p:nvPr/>
        </p:nvSpPr>
        <p:spPr>
          <a:xfrm>
            <a:off x="650000" y="1450000"/>
            <a:ext cx="10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36"/>
          <p:cNvSpPr txBox="1"/>
          <p:nvPr/>
        </p:nvSpPr>
        <p:spPr>
          <a:xfrm>
            <a:off x="950000" y="1620000"/>
            <a:ext cx="100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728096"/>
                </a:solidFill>
                <a:latin typeface="Aptos"/>
              </a:rPr>
              <a:t>The app keeps the experience focused: create a task, manage it, and review what is finished.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2. Main screen widgets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Each widget has one clear responsibility</a:t>
            </a:r>
          </a:p>
        </p:txBody>
      </p:sp>
      <p:sp>
        <p:nvSpPr>
          <p:cNvPr id="20" name="shape20"/>
          <p:cNvSpPr/>
          <p:nvPr/>
        </p:nvSpPr>
        <p:spPr>
          <a:xfrm>
            <a:off x="650000" y="1500000"/>
            <a:ext cx="4900000" cy="7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870000" y="1650000"/>
            <a:ext cx="1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Header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2400000" y="1620000"/>
            <a:ext cx="2900000" cy="4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0">
                <a:solidFill>
                  <a:srgbClr val="728096"/>
                </a:solidFill>
                <a:latin typeface="Aptos"/>
              </a:rPr>
              <a:t>Shows today's date and the app title.</a:t>
            </a:r>
          </a:p>
        </p:txBody>
      </p:sp>
      <p:sp>
        <p:nvSpPr>
          <p:cNvPr id="23" name="shape23"/>
          <p:cNvSpPr/>
          <p:nvPr/>
        </p:nvSpPr>
        <p:spPr>
          <a:xfrm>
            <a:off x="6050000" y="1500000"/>
            <a:ext cx="4900000" cy="7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24"/>
          <p:cNvSpPr txBox="1"/>
          <p:nvPr/>
        </p:nvSpPr>
        <p:spPr>
          <a:xfrm>
            <a:off x="6270000" y="1650000"/>
            <a:ext cx="1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Progress card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800000" y="1620000"/>
            <a:ext cx="2900000" cy="4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0">
                <a:solidFill>
                  <a:srgbClr val="728096"/>
                </a:solidFill>
                <a:latin typeface="Aptos"/>
              </a:rPr>
              <a:t>Shows completed count and percentage.</a:t>
            </a:r>
          </a:p>
        </p:txBody>
      </p:sp>
      <p:sp>
        <p:nvSpPr>
          <p:cNvPr id="26" name="shape26"/>
          <p:cNvSpPr/>
          <p:nvPr/>
        </p:nvSpPr>
        <p:spPr>
          <a:xfrm>
            <a:off x="650000" y="2500000"/>
            <a:ext cx="4900000" cy="7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27"/>
          <p:cNvSpPr txBox="1"/>
          <p:nvPr/>
        </p:nvSpPr>
        <p:spPr>
          <a:xfrm>
            <a:off x="870000" y="2650000"/>
            <a:ext cx="1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Task tabs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2400000" y="2620000"/>
            <a:ext cx="2900000" cy="4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0">
                <a:solidFill>
                  <a:srgbClr val="728096"/>
                </a:solidFill>
                <a:latin typeface="Aptos"/>
              </a:rPr>
              <a:t>Switches between To-do and Completed.</a:t>
            </a:r>
          </a:p>
        </p:txBody>
      </p:sp>
      <p:sp>
        <p:nvSpPr>
          <p:cNvPr id="29" name="shape29"/>
          <p:cNvSpPr/>
          <p:nvPr/>
        </p:nvSpPr>
        <p:spPr>
          <a:xfrm>
            <a:off x="6050000" y="2500000"/>
            <a:ext cx="4900000" cy="7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30"/>
          <p:cNvSpPr txBox="1"/>
          <p:nvPr/>
        </p:nvSpPr>
        <p:spPr>
          <a:xfrm>
            <a:off x="6270000" y="2650000"/>
            <a:ext cx="1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Task list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7800000" y="2620000"/>
            <a:ext cx="2900000" cy="4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0">
                <a:solidFill>
                  <a:srgbClr val="728096"/>
                </a:solidFill>
                <a:latin typeface="Aptos"/>
              </a:rPr>
              <a:t>Displays the correct tasks for the selected tab.</a:t>
            </a:r>
          </a:p>
        </p:txBody>
      </p:sp>
      <p:sp>
        <p:nvSpPr>
          <p:cNvPr id="32" name="shape32"/>
          <p:cNvSpPr/>
          <p:nvPr/>
        </p:nvSpPr>
        <p:spPr>
          <a:xfrm>
            <a:off x="650000" y="3500000"/>
            <a:ext cx="4900000" cy="7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870000" y="3650000"/>
            <a:ext cx="1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Floating + button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2400000" y="3620000"/>
            <a:ext cx="2900000" cy="4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 b="0">
                <a:solidFill>
                  <a:srgbClr val="728096"/>
                </a:solidFill>
                <a:latin typeface="Aptos"/>
              </a:rPr>
              <a:t>Opens the editor for a new task.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3. A task item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One reusable component renders every task row</a:t>
            </a:r>
          </a:p>
        </p:txBody>
      </p:sp>
      <p:sp>
        <p:nvSpPr>
          <p:cNvPr id="20" name="shape20"/>
          <p:cNvSpPr/>
          <p:nvPr/>
        </p:nvSpPr>
        <p:spPr>
          <a:xfrm>
            <a:off x="850000" y="1600000"/>
            <a:ext cx="990000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21"/>
          <p:cNvSpPr/>
          <p:nvPr/>
        </p:nvSpPr>
        <p:spPr>
          <a:xfrm>
            <a:off x="1200000" y="2000000"/>
            <a:ext cx="380000" cy="380000"/>
          </a:xfrm>
          <a:prstGeom prst="roundRect">
            <a:avLst/>
          </a:prstGeom>
          <a:solidFill>
            <a:srgbClr val="5B5CE2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22"/>
          <p:cNvSpPr txBox="1"/>
          <p:nvPr/>
        </p:nvSpPr>
        <p:spPr>
          <a:xfrm>
            <a:off x="1800000" y="1780000"/>
            <a:ext cx="70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1">
                <a:solidFill>
                  <a:srgbClr val="182230"/>
                </a:solidFill>
                <a:latin typeface="Aptos"/>
              </a:rPr>
              <a:t>Plan the week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1800000" y="2200000"/>
            <a:ext cx="70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Set goals and priorities for the week ahead.   ? Today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9300000" y="1980000"/>
            <a:ext cx="50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200" b="0">
                <a:solidFill>
                  <a:srgbClr val="728096"/>
                </a:solidFill>
                <a:latin typeface="Aptos"/>
              </a:rPr>
              <a:t>?</a:t>
            </a:r>
          </a:p>
        </p:txBody>
      </p:sp>
      <p:sp>
        <p:nvSpPr>
          <p:cNvPr id="25" name="shape25"/>
          <p:cNvSpPr/>
          <p:nvPr/>
        </p:nvSpPr>
        <p:spPr>
          <a:xfrm>
            <a:off x="700000" y="14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26"/>
          <p:cNvSpPr txBox="1"/>
          <p:nvPr/>
        </p:nvSpPr>
        <p:spPr>
          <a:xfrm>
            <a:off x="950000" y="15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3200000" y="15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Checkbox: toggles completed / active state</a:t>
            </a:r>
          </a:p>
        </p:txBody>
      </p:sp>
      <p:sp>
        <p:nvSpPr>
          <p:cNvPr id="28" name="shape28"/>
          <p:cNvSpPr/>
          <p:nvPr/>
        </p:nvSpPr>
        <p:spPr>
          <a:xfrm>
            <a:off x="700000" y="21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29"/>
          <p:cNvSpPr txBox="1"/>
          <p:nvPr/>
        </p:nvSpPr>
        <p:spPr>
          <a:xfrm>
            <a:off x="950000" y="22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3200000" y="22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Title and notes: explain the task</a:t>
            </a:r>
          </a:p>
        </p:txBody>
      </p:sp>
      <p:sp>
        <p:nvSpPr>
          <p:cNvPr id="31" name="shape31"/>
          <p:cNvSpPr/>
          <p:nvPr/>
        </p:nvSpPr>
        <p:spPr>
          <a:xfrm>
            <a:off x="700000" y="27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32"/>
          <p:cNvSpPr txBox="1"/>
          <p:nvPr/>
        </p:nvSpPr>
        <p:spPr>
          <a:xfrm>
            <a:off x="950000" y="28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3200000" y="28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Due label: shows Today, Tomorrow, or Someday</a:t>
            </a:r>
          </a:p>
        </p:txBody>
      </p:sp>
      <p:sp>
        <p:nvSpPr>
          <p:cNvPr id="34" name="shape34"/>
          <p:cNvSpPr/>
          <p:nvPr/>
        </p:nvSpPr>
        <p:spPr>
          <a:xfrm>
            <a:off x="700000" y="34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35"/>
          <p:cNvSpPr txBox="1"/>
          <p:nvPr/>
        </p:nvSpPr>
        <p:spPr>
          <a:xfrm>
            <a:off x="950000" y="35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6" name="text36"/>
          <p:cNvSpPr txBox="1"/>
          <p:nvPr/>
        </p:nvSpPr>
        <p:spPr>
          <a:xfrm>
            <a:off x="3200000" y="35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Tap the row: opens edit mode</a:t>
            </a:r>
          </a:p>
        </p:txBody>
      </p:sp>
      <p:sp>
        <p:nvSpPr>
          <p:cNvPr id="37" name="shape37"/>
          <p:cNvSpPr/>
          <p:nvPr/>
        </p:nvSpPr>
        <p:spPr>
          <a:xfrm>
            <a:off x="700000" y="40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38"/>
          <p:cNvSpPr txBox="1"/>
          <p:nvPr/>
        </p:nvSpPr>
        <p:spPr>
          <a:xfrm>
            <a:off x="950000" y="41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9" name="text39"/>
          <p:cNvSpPr txBox="1"/>
          <p:nvPr/>
        </p:nvSpPr>
        <p:spPr>
          <a:xfrm>
            <a:off x="3200000" y="41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Delete icon: asks for confirmation before removal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4. Add and edit flow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The same editor supports both creating and changing tasks</a:t>
            </a:r>
          </a:p>
        </p:txBody>
      </p:sp>
      <p:sp>
        <p:nvSpPr>
          <p:cNvPr id="20" name="shape20"/>
          <p:cNvSpPr/>
          <p:nvPr/>
        </p:nvSpPr>
        <p:spPr>
          <a:xfrm>
            <a:off x="6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8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Press +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new task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30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4" name="shape24"/>
          <p:cNvSpPr/>
          <p:nvPr/>
        </p:nvSpPr>
        <p:spPr>
          <a:xfrm>
            <a:off x="33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25"/>
          <p:cNvSpPr txBox="1"/>
          <p:nvPr/>
        </p:nvSpPr>
        <p:spPr>
          <a:xfrm>
            <a:off x="34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Fill form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34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title + notes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574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8" name="shape28"/>
          <p:cNvSpPr/>
          <p:nvPr/>
        </p:nvSpPr>
        <p:spPr>
          <a:xfrm>
            <a:off x="59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29"/>
          <p:cNvSpPr txBox="1"/>
          <p:nvPr/>
        </p:nvSpPr>
        <p:spPr>
          <a:xfrm>
            <a:off x="61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Choose due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61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date label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83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2" name="shape32"/>
          <p:cNvSpPr/>
          <p:nvPr/>
        </p:nvSpPr>
        <p:spPr>
          <a:xfrm>
            <a:off x="86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87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Save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87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update list</a:t>
            </a:r>
          </a:p>
        </p:txBody>
      </p:sp>
      <p:sp>
        <p:nvSpPr>
          <p:cNvPr id="35" name="shape35"/>
          <p:cNvSpPr/>
          <p:nvPr/>
        </p:nvSpPr>
        <p:spPr>
          <a:xfrm>
            <a:off x="900000" y="1750000"/>
            <a:ext cx="10100000" cy="1700000"/>
          </a:xfrm>
          <a:prstGeom prst="roundRect">
            <a:avLst/>
          </a:prstGeom>
          <a:solidFill>
            <a:srgbClr val="182230"/>
          </a:solidFill>
          <a:ln>
            <a:solidFill>
              <a:srgbClr val="182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36"/>
          <p:cNvSpPr txBox="1"/>
          <p:nvPr/>
        </p:nvSpPr>
        <p:spPr>
          <a:xfrm>
            <a:off x="1200000" y="2000000"/>
            <a:ext cx="9500000" cy="11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ptos"/>
              </a:rPr>
              <a:t>saveTask(title, notes, due)</a:t>
            </a:r>
            <a:br/>
            <a:r>
              <a:rPr lang="en-US" sz="1600" b="0">
                <a:solidFill>
                  <a:srgbClr val="FFFFFF"/>
                </a:solidFill>
                <a:latin typeface="Aptos"/>
              </a:rPr>
              <a:t>? addTask(...) for new items</a:t>
            </a:r>
            <a:br/>
            <a:r>
              <a:rPr lang="en-US" sz="1600" b="0">
                <a:solidFill>
                  <a:srgbClr val="FFFFFF"/>
                </a:solidFill>
                <a:latin typeface="Aptos"/>
              </a:rPr>
              <a:t>? updateTask(...) for existing items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5. The useTasks hook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Business logic is separated from the screen UI</a:t>
            </a:r>
          </a:p>
        </p:txBody>
      </p:sp>
      <p:sp>
        <p:nvSpPr>
          <p:cNvPr id="20" name="shape20"/>
          <p:cNvSpPr/>
          <p:nvPr/>
        </p:nvSpPr>
        <p:spPr>
          <a:xfrm>
            <a:off x="900000" y="1750000"/>
            <a:ext cx="10100000" cy="1700000"/>
          </a:xfrm>
          <a:prstGeom prst="roundRect">
            <a:avLst/>
          </a:prstGeom>
          <a:solidFill>
            <a:srgbClr val="182230"/>
          </a:solidFill>
          <a:ln>
            <a:solidFill>
              <a:srgbClr val="182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1200000" y="2000000"/>
            <a:ext cx="9500000" cy="11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ptos"/>
              </a:rPr>
              <a:t>const {</a:t>
            </a:r>
            <a:br/>
            <a:r>
              <a:rPr lang="en-US" sz="1600" b="0">
                <a:solidFill>
                  <a:srgbClr val="FFFFFF"/>
                </a:solidFill>
                <a:latin typeface="Aptos"/>
              </a:rPr>
              <a:t>  tasks, visibleTasks, completedCount,</a:t>
            </a:r>
            <a:br/>
            <a:r>
              <a:rPr lang="en-US" sz="1600" b="0">
                <a:solidFill>
                  <a:srgbClr val="FFFFFF"/>
                </a:solidFill>
                <a:latin typeface="Aptos"/>
              </a:rPr>
              <a:t>  addTask, updateTask, toggleTask, deleteTask</a:t>
            </a:r>
            <a:br/>
            <a:r>
              <a:rPr lang="en-US" sz="1600" b="0">
                <a:solidFill>
                  <a:srgbClr val="FFFFFF"/>
                </a:solidFill>
                <a:latin typeface="Aptos"/>
              </a:rPr>
              <a:t>} = useTasks();</a:t>
            </a:r>
          </a:p>
        </p:txBody>
      </p:sp>
      <p:sp>
        <p:nvSpPr>
          <p:cNvPr id="22" name="shape22"/>
          <p:cNvSpPr/>
          <p:nvPr/>
        </p:nvSpPr>
        <p:spPr>
          <a:xfrm>
            <a:off x="650000" y="1450000"/>
            <a:ext cx="10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23"/>
          <p:cNvSpPr txBox="1"/>
          <p:nvPr/>
        </p:nvSpPr>
        <p:spPr>
          <a:xfrm>
            <a:off x="950000" y="1620000"/>
            <a:ext cx="100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728096"/>
                </a:solidFill>
                <a:latin typeface="Aptos"/>
              </a:rPr>
              <a:t>The hook owns task state. Components receive data and callbacks instead of managing the whole app.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6. Core functions explained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Each function changes one part of the task state</a:t>
            </a:r>
          </a:p>
        </p:txBody>
      </p:sp>
      <p:sp>
        <p:nvSpPr>
          <p:cNvPr id="20" name="shape20"/>
          <p:cNvSpPr/>
          <p:nvPr/>
        </p:nvSpPr>
        <p:spPr>
          <a:xfrm>
            <a:off x="700000" y="14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950000" y="15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addTask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3200000" y="15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Creates a new task and places it at the top.</a:t>
            </a:r>
          </a:p>
        </p:txBody>
      </p:sp>
      <p:sp>
        <p:nvSpPr>
          <p:cNvPr id="23" name="shape23"/>
          <p:cNvSpPr/>
          <p:nvPr/>
        </p:nvSpPr>
        <p:spPr>
          <a:xfrm>
            <a:off x="700000" y="21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24"/>
          <p:cNvSpPr txBox="1"/>
          <p:nvPr/>
        </p:nvSpPr>
        <p:spPr>
          <a:xfrm>
            <a:off x="950000" y="22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updateTask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3200000" y="22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Finds one id and replaces its editable fields.</a:t>
            </a:r>
          </a:p>
        </p:txBody>
      </p:sp>
      <p:sp>
        <p:nvSpPr>
          <p:cNvPr id="26" name="shape26"/>
          <p:cNvSpPr/>
          <p:nvPr/>
        </p:nvSpPr>
        <p:spPr>
          <a:xfrm>
            <a:off x="700000" y="27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27"/>
          <p:cNvSpPr txBox="1"/>
          <p:nvPr/>
        </p:nvSpPr>
        <p:spPr>
          <a:xfrm>
            <a:off x="950000" y="28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toggleTask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3200000" y="28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Flips completed from false to true, or back.</a:t>
            </a:r>
          </a:p>
        </p:txBody>
      </p:sp>
      <p:sp>
        <p:nvSpPr>
          <p:cNvPr id="29" name="shape29"/>
          <p:cNvSpPr/>
          <p:nvPr/>
        </p:nvSpPr>
        <p:spPr>
          <a:xfrm>
            <a:off x="700000" y="34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30"/>
          <p:cNvSpPr txBox="1"/>
          <p:nvPr/>
        </p:nvSpPr>
        <p:spPr>
          <a:xfrm>
            <a:off x="950000" y="35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deleteTask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3200000" y="35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Removes the matching id from the array.</a:t>
            </a:r>
          </a:p>
        </p:txBody>
      </p:sp>
      <p:sp>
        <p:nvSpPr>
          <p:cNvPr id="32" name="shape32"/>
          <p:cNvSpPr/>
          <p:nvPr/>
        </p:nvSpPr>
        <p:spPr>
          <a:xfrm>
            <a:off x="700000" y="40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950000" y="41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setTab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3200000" y="41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Controls which filtered list is visible.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7. Data flow in one picture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User actions travel down; updated state flows back up</a:t>
            </a:r>
          </a:p>
        </p:txBody>
      </p:sp>
      <p:sp>
        <p:nvSpPr>
          <p:cNvPr id="20" name="shape20"/>
          <p:cNvSpPr/>
          <p:nvPr/>
        </p:nvSpPr>
        <p:spPr>
          <a:xfrm>
            <a:off x="6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8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User action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tap / type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30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4" name="shape24"/>
          <p:cNvSpPr/>
          <p:nvPr/>
        </p:nvSpPr>
        <p:spPr>
          <a:xfrm>
            <a:off x="33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25"/>
          <p:cNvSpPr txBox="1"/>
          <p:nvPr/>
        </p:nvSpPr>
        <p:spPr>
          <a:xfrm>
            <a:off x="34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HomeScreen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34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coordinates UI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574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8" name="shape28"/>
          <p:cNvSpPr/>
          <p:nvPr/>
        </p:nvSpPr>
        <p:spPr>
          <a:xfrm>
            <a:off x="595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29"/>
          <p:cNvSpPr txBox="1"/>
          <p:nvPr/>
        </p:nvSpPr>
        <p:spPr>
          <a:xfrm>
            <a:off x="613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useTasks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613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updates state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8390000" y="2370000"/>
            <a:ext cx="2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4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2" name="shape32"/>
          <p:cNvSpPr/>
          <p:nvPr/>
        </p:nvSpPr>
        <p:spPr>
          <a:xfrm>
            <a:off x="8600000" y="1900000"/>
            <a:ext cx="23000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8780000" y="21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00" b="1">
                <a:solidFill>
                  <a:srgbClr val="5B5CE2"/>
                </a:solidFill>
                <a:latin typeface="Aptos"/>
              </a:rPr>
              <a:t>React render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8780000" y="2650000"/>
            <a:ext cx="1940000" cy="3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refreshes widgets</a:t>
            </a:r>
          </a:p>
        </p:txBody>
      </p:sp>
      <p:sp>
        <p:nvSpPr>
          <p:cNvPr id="35" name="shape35"/>
          <p:cNvSpPr/>
          <p:nvPr/>
        </p:nvSpPr>
        <p:spPr>
          <a:xfrm>
            <a:off x="650000" y="1450000"/>
            <a:ext cx="10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36"/>
          <p:cNvSpPr txBox="1"/>
          <p:nvPr/>
        </p:nvSpPr>
        <p:spPr>
          <a:xfrm>
            <a:off x="950000" y="1620000"/>
            <a:ext cx="100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728096"/>
                </a:solidFill>
                <a:latin typeface="Aptos"/>
              </a:rPr>
              <a:t>Because state changes trigger a render, the progress card, tabs, empty states, and list stay in sync automatically.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8. Project structure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Traditional React Native organization</a:t>
            </a:r>
          </a:p>
        </p:txBody>
      </p:sp>
      <p:sp>
        <p:nvSpPr>
          <p:cNvPr id="20" name="shape20"/>
          <p:cNvSpPr/>
          <p:nvPr/>
        </p:nvSpPr>
        <p:spPr>
          <a:xfrm>
            <a:off x="1000000" y="1550000"/>
            <a:ext cx="9800000" cy="3000000"/>
          </a:xfrm>
          <a:prstGeom prst="roundRect">
            <a:avLst/>
          </a:prstGeom>
          <a:solidFill>
            <a:srgbClr val="182230"/>
          </a:solidFill>
          <a:ln>
            <a:solidFill>
              <a:srgbClr val="182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1300000" y="1800000"/>
            <a:ext cx="9200000" cy="2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ptos"/>
              </a:rPr>
              <a:t>App.tsx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??? src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??? screens/HomeScreen.tsx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??? components/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   ??? TaskItem.tsx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   ??? TaskEditorModal.tsx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   ??? ProgressCard.tsx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   ??? TaskTabs.tsx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??? hooks/useTasks.ts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??? data/starterTasks.ts</a:t>
            </a:r>
            <a:br/>
            <a:r>
              <a:rPr lang="en-US" sz="1500" b="0">
                <a:solidFill>
                  <a:srgbClr val="FFFFFF"/>
                </a:solidFill>
                <a:latin typeface="Aptos"/>
              </a:rPr>
              <a:t>    ??? types/task.ts</a:t>
            </a:r>
          </a:p>
        </p:txBody>
      </p:sp>
      <p:sp>
        <p:nvSpPr>
          <p:cNvPr id="22" name="shape22"/>
          <p:cNvSpPr/>
          <p:nvPr/>
        </p:nvSpPr>
        <p:spPr>
          <a:xfrm>
            <a:off x="650000" y="1450000"/>
            <a:ext cx="10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23"/>
          <p:cNvSpPr txBox="1"/>
          <p:nvPr/>
        </p:nvSpPr>
        <p:spPr>
          <a:xfrm>
            <a:off x="950000" y="1620000"/>
            <a:ext cx="100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0">
                <a:solidFill>
                  <a:srgbClr val="728096"/>
                </a:solidFill>
                <a:latin typeface="Aptos"/>
              </a:rPr>
              <a:t>Small files are easier to read, reuse, test, and change than one very large screen file.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30000" cy="12192000"/>
          </a:xfrm>
          <a:prstGeom prst="rect">
            <a:avLst/>
          </a:prstGeom>
          <a:solidFill>
            <a:srgbClr val="000000"/>
          </a:solidFill>
          <a:ln>
            <a:solidFill>
              <a:srgbClr val="5B5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0000" y="420000"/>
            <a:ext cx="10800000" cy="5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800" b="1">
                <a:solidFill>
                  <a:srgbClr val="182230"/>
                </a:solidFill>
                <a:latin typeface="Aptos"/>
              </a:rPr>
              <a:t>9. Key takeaway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0000" y="930000"/>
            <a:ext cx="10800000" cy="30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The app is a small example of component-based mobile development</a:t>
            </a:r>
          </a:p>
        </p:txBody>
      </p:sp>
      <p:sp>
        <p:nvSpPr>
          <p:cNvPr id="20" name="shape20"/>
          <p:cNvSpPr/>
          <p:nvPr/>
        </p:nvSpPr>
        <p:spPr>
          <a:xfrm>
            <a:off x="700000" y="14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950000" y="15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3200000" y="15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Widgets render the interface.</a:t>
            </a:r>
          </a:p>
        </p:txBody>
      </p:sp>
      <p:sp>
        <p:nvSpPr>
          <p:cNvPr id="23" name="shape23"/>
          <p:cNvSpPr/>
          <p:nvPr/>
        </p:nvSpPr>
        <p:spPr>
          <a:xfrm>
            <a:off x="700000" y="21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24"/>
          <p:cNvSpPr txBox="1"/>
          <p:nvPr/>
        </p:nvSpPr>
        <p:spPr>
          <a:xfrm>
            <a:off x="950000" y="22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3200000" y="22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Functions respond to user actions.</a:t>
            </a:r>
          </a:p>
        </p:txBody>
      </p:sp>
      <p:sp>
        <p:nvSpPr>
          <p:cNvPr id="26" name="shape26"/>
          <p:cNvSpPr/>
          <p:nvPr/>
        </p:nvSpPr>
        <p:spPr>
          <a:xfrm>
            <a:off x="700000" y="27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27"/>
          <p:cNvSpPr txBox="1"/>
          <p:nvPr/>
        </p:nvSpPr>
        <p:spPr>
          <a:xfrm>
            <a:off x="950000" y="28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3200000" y="28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The hook stores and updates task data.</a:t>
            </a:r>
          </a:p>
        </p:txBody>
      </p:sp>
      <p:sp>
        <p:nvSpPr>
          <p:cNvPr id="29" name="shape29"/>
          <p:cNvSpPr/>
          <p:nvPr/>
        </p:nvSpPr>
        <p:spPr>
          <a:xfrm>
            <a:off x="700000" y="340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30"/>
          <p:cNvSpPr txBox="1"/>
          <p:nvPr/>
        </p:nvSpPr>
        <p:spPr>
          <a:xfrm>
            <a:off x="950000" y="351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3200000" y="351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TypeScript keeps task shapes consistent.</a:t>
            </a:r>
          </a:p>
        </p:txBody>
      </p:sp>
      <p:sp>
        <p:nvSpPr>
          <p:cNvPr id="32" name="shape32"/>
          <p:cNvSpPr/>
          <p:nvPr/>
        </p:nvSpPr>
        <p:spPr>
          <a:xfrm>
            <a:off x="700000" y="4050000"/>
            <a:ext cx="10400000" cy="48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33"/>
          <p:cNvSpPr txBox="1"/>
          <p:nvPr/>
        </p:nvSpPr>
        <p:spPr>
          <a:xfrm>
            <a:off x="950000" y="4160000"/>
            <a:ext cx="23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?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3200000" y="4160000"/>
            <a:ext cx="74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0">
                <a:solidFill>
                  <a:srgbClr val="728096"/>
                </a:solidFill>
                <a:latin typeface="Aptos"/>
              </a:rPr>
              <a:t>The structure is ready for persistence, navigation, and tests.</a:t>
            </a:r>
          </a:p>
        </p:txBody>
      </p:sp>
      <p:sp>
        <p:nvSpPr>
          <p:cNvPr id="35" name="shape35"/>
          <p:cNvSpPr/>
          <p:nvPr/>
        </p:nvSpPr>
        <p:spPr>
          <a:xfrm>
            <a:off x="900000" y="5350000"/>
            <a:ext cx="10100000" cy="600000"/>
          </a:xfrm>
          <a:prstGeom prst="roundRect">
            <a:avLst/>
          </a:prstGeom>
          <a:solidFill>
            <a:srgbClr val="EEEFFF"/>
          </a:solidFill>
          <a:ln>
            <a:solidFill>
              <a:srgbClr val="EEE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36"/>
          <p:cNvSpPr txBox="1"/>
          <p:nvPr/>
        </p:nvSpPr>
        <p:spPr>
          <a:xfrm>
            <a:off x="1200000" y="5530000"/>
            <a:ext cx="9500000" cy="25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 b="1">
                <a:solidFill>
                  <a:srgbClr val="5B5CE2"/>
                </a:solidFill>
                <a:latin typeface="Aptos"/>
              </a:rPr>
              <a:t>Start the app with:  npm start</a:t>
            </a:r>
          </a:p>
        </p:txBody>
      </p:sp>
      <p:sp>
        <p:nvSpPr>
          <p:cNvPr id="4" name="text10"/>
          <p:cNvSpPr txBox="1"/>
          <p:nvPr/>
        </p:nvSpPr>
        <p:spPr>
          <a:xfrm>
            <a:off x="650000" y="6450000"/>
            <a:ext cx="10800000" cy="180000"/>
          </a:xfr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000" b="0">
                <a:solidFill>
                  <a:srgbClr val="728096"/>
                </a:solidFill>
                <a:latin typeface="Aptos"/>
              </a:rPr>
              <a:t>Done To-do App | React Native +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ubaidullah31357@gmail.com</cp:lastModifiedBy>
  <cp:revision>1</cp:revision>
  <dcterms:modified xsi:type="dcterms:W3CDTF">2026-09-21T13:44:35Z</dcterms:modified>
</cp:coreProperties>
</file>